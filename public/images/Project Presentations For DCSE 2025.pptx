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50" d="100"/>
          <a:sy n="50" d="100"/>
        </p:scale>
        <p:origin x="50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3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9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6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8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2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71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8216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71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85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FE947-B33C-4186-A5BA-4B294B3EBF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9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0425" y="2476500"/>
            <a:ext cx="8915399" cy="2262781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Project Title: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0424" y="5181787"/>
            <a:ext cx="8915399" cy="112628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Presented By:</a:t>
            </a:r>
            <a:endParaRPr lang="en-US" sz="2400" dirty="0"/>
          </a:p>
        </p:txBody>
      </p:sp>
      <p:pic>
        <p:nvPicPr>
          <p:cNvPr id="6" name="Picture 5" descr="C:\Users\User\AppData\Local\Temp\{8BCB1887-27A1-4C63-B02A-FE6C4BA3A1AB}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324" y="209698"/>
            <a:ext cx="1506176" cy="10247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>
            <a:off x="346075" y="167805"/>
            <a:ext cx="6432649" cy="1066652"/>
            <a:chOff x="0" y="0"/>
            <a:chExt cx="8220075" cy="785572"/>
          </a:xfrm>
        </p:grpSpPr>
        <p:sp>
          <p:nvSpPr>
            <p:cNvPr id="13" name="Rectangle 12"/>
            <p:cNvSpPr/>
            <p:nvPr/>
          </p:nvSpPr>
          <p:spPr>
            <a:xfrm>
              <a:off x="4067810" y="387223"/>
              <a:ext cx="42143" cy="18993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099814" y="387223"/>
              <a:ext cx="42143" cy="18993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67810" y="582880"/>
              <a:ext cx="44592" cy="202692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 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Picture 1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220075" cy="78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945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975" y="624110"/>
            <a:ext cx="8911687" cy="128089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Background Research of Project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8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Society Problem</a:t>
            </a:r>
          </a:p>
          <a:p>
            <a:endParaRPr lang="en-US" sz="2000" b="1" dirty="0"/>
          </a:p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endParaRPr lang="en-US" sz="2000" b="1" dirty="0"/>
          </a:p>
          <a:p>
            <a:r>
              <a:rPr lang="en-US" sz="2000" b="1" dirty="0" smtClean="0"/>
              <a:t>Society Solution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7921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7712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Project Proposal Summary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5812" y="180975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Outline</a:t>
            </a:r>
          </a:p>
          <a:p>
            <a:endParaRPr lang="en-US" sz="2000" b="1" dirty="0"/>
          </a:p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r>
              <a:rPr lang="en-US" sz="2000" b="1" dirty="0" smtClean="0"/>
              <a:t>Objects</a:t>
            </a:r>
          </a:p>
          <a:p>
            <a:pPr marL="0" indent="0">
              <a:buNone/>
            </a:pPr>
            <a:r>
              <a:rPr lang="en-US" sz="2000" b="1" smtClean="0"/>
              <a:t>     This Project/System aims </a:t>
            </a:r>
            <a:r>
              <a:rPr lang="en-US" sz="2000" b="1" dirty="0" smtClean="0"/>
              <a:t>to;</a:t>
            </a:r>
          </a:p>
          <a:p>
            <a:pPr marL="514350" indent="-514350">
              <a:buFont typeface="+mj-lt"/>
              <a:buAutoNum type="romanLcPeriod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5182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77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System Design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912" y="1981200"/>
            <a:ext cx="8915400" cy="3777622"/>
          </a:xfrm>
        </p:spPr>
        <p:txBody>
          <a:bodyPr/>
          <a:lstStyle/>
          <a:p>
            <a:r>
              <a:rPr lang="en-US" dirty="0" smtClean="0"/>
              <a:t>Database Design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4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Timelines and Resources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Timelines start and end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Resources needed for this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9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Security and Threats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9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Applications and Conclusion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449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52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</vt:lpstr>
      <vt:lpstr>Century Gothic</vt:lpstr>
      <vt:lpstr>Times New Roman</vt:lpstr>
      <vt:lpstr>Wingdings 3</vt:lpstr>
      <vt:lpstr>Wisp</vt:lpstr>
      <vt:lpstr>Project Title:</vt:lpstr>
      <vt:lpstr>Background Research of Project</vt:lpstr>
      <vt:lpstr>Project Proposal Summary</vt:lpstr>
      <vt:lpstr>System Design</vt:lpstr>
      <vt:lpstr>Timelines and Resources</vt:lpstr>
      <vt:lpstr>Security and Threats</vt:lpstr>
      <vt:lpstr>Applications and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</dc:title>
  <dc:creator>User</dc:creator>
  <cp:lastModifiedBy>User</cp:lastModifiedBy>
  <cp:revision>4</cp:revision>
  <dcterms:created xsi:type="dcterms:W3CDTF">2025-10-10T06:52:47Z</dcterms:created>
  <dcterms:modified xsi:type="dcterms:W3CDTF">2025-10-10T07:25:43Z</dcterms:modified>
</cp:coreProperties>
</file>